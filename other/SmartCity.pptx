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94660"/>
  </p:normalViewPr>
  <p:slideViewPr>
    <p:cSldViewPr snapToGrid="0">
      <p:cViewPr varScale="1">
        <p:scale>
          <a:sx n="44" d="100"/>
          <a:sy n="44" d="100"/>
        </p:scale>
        <p:origin x="6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631A93-63C6-B5B2-D12F-AD77736BC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AC9C813C-B25D-B0A3-86C3-110162A1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5744444-2C13-BC67-E813-3FAE42A1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279943D-A0A4-D125-B05C-0AF0B491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1431191-F067-0956-E2F4-9509AAC8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790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639509D-9AF3-E2A4-DFB2-ADFBE438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DDC7227-FA28-CFEB-BB90-1EC599CE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A8DDD41-DD0B-3A9E-AACD-084305AF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3710697-388A-1377-3FA8-40B6CAA3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C7B3BB6-E978-4902-C87A-CD803054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5377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BB82F95-D926-097F-C6FA-63F8701D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CB30E513-CFEC-42E3-EC33-7F5B1C8A2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9FB6FFB-D002-254C-44E5-4E878095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49AC01A-0218-D6FC-2731-184E5D47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75A4241-7EFD-E915-A716-0B9D563A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993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4570ED9-D014-FA8B-3CDD-71FAAE93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9124257-C2BA-3199-AA5C-468E0FA57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6F8156C-D744-1411-1D62-93EE16933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7B1EA20-5FD1-07AD-D9BE-05C7F371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E97F167-E19D-081E-9731-2CD38721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A68E8E25-57F0-4DD6-1702-BA55D624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796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2FE9142-9E76-B58E-8B03-647E7C64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7A4E227-A36B-4C7B-D752-BFD11CECF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B0337CE-135F-0534-9148-415B46551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40A87B7C-CC2E-C52B-6A2C-811547219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2EF2B07A-0516-B46C-2576-8FEAB1864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253767FD-82FC-21B4-2EC8-A9CB8D29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64691619-86CC-4917-D9D8-0C38B0AB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F40C6D79-ABC9-A73F-28A3-B9D7DD7B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8170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49FA903-7C75-048D-E953-BE241841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874ACAD9-5579-3EC1-ACEB-AB0F22A4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985B624-8A64-125E-0168-9C598696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0DD8D9C-E583-3553-B3A1-04313A48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0076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648EA6A2-AB17-D82F-E5C6-D4F33C10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404F3039-C2C4-85D4-0E4A-BF29211FF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EDD05C9-E2D3-3B58-36BD-8F6F2FF7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9771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70278D6-7594-E8F4-30EE-16F4798C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EDEFED4-0770-037C-7144-A6EBC5E0E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2F7B73B-A730-C5F6-F010-2A301169F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833DD5B-2C41-8085-8828-70FA9C73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D30A978-D388-B377-A14E-A7973087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C5465D1D-D827-4027-9101-2CB051B3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556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10C3826-9574-D10F-74AE-2F57B087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ED1C46DC-F435-E184-A7F0-B1708F6FE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E17B436-D58F-F5A6-6018-71004A37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D202ED9-4E10-C02F-810E-B0FC7F7F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A8B85F1-6E68-852F-7282-737393C2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C8749009-87B4-BA5F-8D82-2A693FAE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241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ACCB433-87B4-0B22-6071-C8BC9F43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4416FCB-07B6-1BCC-7078-59F1F54A0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E9F82F2-2818-8B9A-FB79-81852072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C70A947-E228-0698-2ADF-E3377BAB4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737B18A-D02D-40CC-C909-7DAB18DF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5485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38FA1660-93E2-C858-31D2-135FA82C4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E4860437-B733-3E06-A3CC-7B26CFB54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630AB3CC-A32A-0AE6-1AA3-4968B06A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6276BAB-9241-899D-71B1-B56CA76E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E6BC1C9-A29C-6B63-953C-90634B8D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0427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020F0C82-82DB-4758-96D5-37FFC3FA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90CC293-D120-42BF-6D3C-8FED45D30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6276445-5C89-B5DA-5B6B-5A0563CDF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45454-6C22-4A85-94A8-DCE8690F9D49}" type="datetimeFigureOut">
              <a:rPr lang="el-GR" smtClean="0"/>
              <a:t>17/1/2026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97637AC-FE1E-FBBA-CD1F-86344E61F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EEAA9A0-364A-0147-E1B6-C84F72750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64F24-4EC8-4C01-86FD-C9D35FF234A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5040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62E7D13-3F04-EE0D-B998-92CCDAAF5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SmartCity: A Guide to Sustainable Living</a:t>
            </a:r>
            <a:endParaRPr lang="el-GR" b="1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64889D4-209C-6B76-807B-EE0E3FEC0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0014"/>
            <a:ext cx="9144000" cy="1617785"/>
          </a:xfrm>
        </p:spPr>
        <p:txBody>
          <a:bodyPr>
            <a:normAutofit lnSpcReduction="10000"/>
          </a:bodyPr>
          <a:lstStyle/>
          <a:p>
            <a:r>
              <a:rPr lang="de-DE" b="1" dirty="0"/>
              <a:t>Module:</a:t>
            </a:r>
            <a:r>
              <a:rPr lang="de-DE" dirty="0"/>
              <a:t> CCS1210 - Introduction to Web Technologies</a:t>
            </a:r>
          </a:p>
          <a:p>
            <a:r>
              <a:rPr lang="de-DE" b="1" dirty="0"/>
              <a:t>Group Name:</a:t>
            </a:r>
            <a:r>
              <a:rPr lang="de-DE" dirty="0"/>
              <a:t> The EcoCoders</a:t>
            </a:r>
          </a:p>
          <a:p>
            <a:r>
              <a:rPr lang="de-DE" b="1" dirty="0"/>
              <a:t>Team Members:</a:t>
            </a:r>
            <a:r>
              <a:rPr lang="de-DE" dirty="0"/>
              <a:t> Marina Chatziefraimidou, Dimitris Terpos, Mary Varzakakou, Konstantinos Chatzimichail, Georgia Charari.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83714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8056C8E-7C87-B46F-FE46-53AE534D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Project Overview &amp; Target Audience</a:t>
            </a:r>
            <a:endParaRPr lang="el-GR" b="1" dirty="0"/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752588A4-101E-54EB-D387-CE21F6AFA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r>
              <a:rPr lang="en-US" dirty="0"/>
              <a:t>: An educational website dedicated to sustainable living in an urban environment.</a:t>
            </a:r>
          </a:p>
          <a:p>
            <a:r>
              <a:rPr lang="en-US" b="1" dirty="0"/>
              <a:t>Core Modules</a:t>
            </a:r>
            <a:r>
              <a:rPr lang="en-US" dirty="0"/>
              <a:t>: Energy, Waste, Water, Transport, Lifestyle.</a:t>
            </a:r>
          </a:p>
          <a:p>
            <a:r>
              <a:rPr lang="en-US" b="1" dirty="0"/>
              <a:t>Target Audience</a:t>
            </a:r>
            <a:r>
              <a:rPr lang="en-US" dirty="0"/>
              <a:t>: Urban residents and students (ages 18-45) looking for practical, eco-friendly tips.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37765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C567CF2-6EF5-C299-CFCD-3A97680D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Team Roles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D1537F7-40AB-5E52-5E34-D420CB9B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Members</a:t>
            </a:r>
          </a:p>
          <a:p>
            <a:r>
              <a:rPr lang="en-US" b="1" dirty="0"/>
              <a:t>Marina (Leader)</a:t>
            </a:r>
            <a:r>
              <a:rPr lang="en-US" dirty="0"/>
              <a:t>: GitHub management, Global Design (CSS), Transport Module, Integration.</a:t>
            </a:r>
          </a:p>
          <a:p>
            <a:r>
              <a:rPr lang="en-US" b="1" dirty="0"/>
              <a:t>Dimitris</a:t>
            </a:r>
            <a:r>
              <a:rPr lang="en-US" dirty="0"/>
              <a:t>: Energy Module.</a:t>
            </a:r>
          </a:p>
          <a:p>
            <a:r>
              <a:rPr lang="en-US" b="1" dirty="0"/>
              <a:t>Georgia</a:t>
            </a:r>
            <a:r>
              <a:rPr lang="en-US" dirty="0"/>
              <a:t>: Waste Module.</a:t>
            </a:r>
          </a:p>
          <a:p>
            <a:r>
              <a:rPr lang="en-US" b="1" dirty="0"/>
              <a:t>Konstantinos</a:t>
            </a:r>
            <a:r>
              <a:rPr lang="en-US" dirty="0"/>
              <a:t>: Water Module.</a:t>
            </a:r>
          </a:p>
          <a:p>
            <a:r>
              <a:rPr lang="en-US" b="1" dirty="0"/>
              <a:t>Mary</a:t>
            </a:r>
            <a:r>
              <a:rPr lang="en-US" dirty="0"/>
              <a:t>: Lifestyle Module.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60532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E76EC-9987-6A56-A103-601B4587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A01AB8-823B-E047-26D3-880F9077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Management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CCE25FD-B39F-B15E-951D-8A1D18016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Process</a:t>
            </a:r>
          </a:p>
          <a:p>
            <a:r>
              <a:rPr lang="en-US" dirty="0"/>
              <a:t>Weekly meetings (physical &amp; online).</a:t>
            </a:r>
          </a:p>
          <a:p>
            <a:r>
              <a:rPr lang="en-US" dirty="0"/>
              <a:t>Use of GitHub for version control.</a:t>
            </a:r>
          </a:p>
          <a:p>
            <a:r>
              <a:rPr lang="en-US" dirty="0"/>
              <a:t>Use of a Journal to track decisions.</a:t>
            </a:r>
          </a:p>
          <a:p>
            <a:r>
              <a:rPr lang="en-US" dirty="0"/>
              <a:t>Each member also built a personal bio page as per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83819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C5F71DE-6D5A-79A1-D524-F4C37305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Planning &amp; Architecture</a:t>
            </a:r>
            <a:endParaRPr lang="el-GR" b="1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E82522C6-707D-AFEA-84D2-0A9C9CC63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2276"/>
            <a:ext cx="10515600" cy="4818185"/>
          </a:xfrm>
        </p:spPr>
      </p:pic>
    </p:spTree>
    <p:extLst>
      <p:ext uri="{BB962C8B-B14F-4D97-AF65-F5344CB8AC3E}">
        <p14:creationId xmlns:p14="http://schemas.microsoft.com/office/powerpoint/2010/main" val="393086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3923FE3-7D03-426D-885F-882ED276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 &amp; User Experience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5287172-ED11-7C20-C3EF-8D5570453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 Identity</a:t>
            </a:r>
            <a:r>
              <a:rPr lang="en-US" dirty="0"/>
              <a:t>: Emerald Green &amp; Slate Grey palette (for an “Eco” feel).</a:t>
            </a:r>
          </a:p>
          <a:p>
            <a:r>
              <a:rPr lang="en-US" b="1" dirty="0"/>
              <a:t>Layout</a:t>
            </a:r>
            <a:r>
              <a:rPr lang="en-US" dirty="0"/>
              <a:t>: Used CSS Flexbox &amp; Grid for responsive cards and alignment.</a:t>
            </a:r>
          </a:p>
          <a:p>
            <a:r>
              <a:rPr lang="en-US" b="1" dirty="0"/>
              <a:t>Navigation</a:t>
            </a:r>
            <a:r>
              <a:rPr lang="en-US" dirty="0"/>
              <a:t>: Implemented a Dropdown Menu so users can jump between modules easily (solving the “navigation problem” found in Week 7).</a:t>
            </a:r>
          </a:p>
          <a:p>
            <a:r>
              <a:rPr lang="en-US" b="1" dirty="0"/>
              <a:t>Consistency</a:t>
            </a:r>
            <a:r>
              <a:rPr lang="en-US" dirty="0"/>
              <a:t>: Used a global style.css and a Master HTML Template so all pages look uniform.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4238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22721F-D683-83E8-6CD3-A0C814C1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Technologies &amp; Development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2E8988F-267E-38AD-156A-72768689E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 Stack</a:t>
            </a:r>
            <a:r>
              <a:rPr lang="en-US" dirty="0"/>
              <a:t>: HTML5, CSS3, JavaScript.</a:t>
            </a:r>
          </a:p>
          <a:p>
            <a:r>
              <a:rPr lang="en-US" b="1" dirty="0"/>
              <a:t>Tools</a:t>
            </a:r>
            <a:r>
              <a:rPr lang="en-US" dirty="0"/>
              <a:t>: VS Code, GitHub.</a:t>
            </a:r>
          </a:p>
          <a:p>
            <a:r>
              <a:rPr lang="en-US" b="1" dirty="0"/>
              <a:t>AI Policy</a:t>
            </a:r>
            <a:r>
              <a:rPr lang="en-US" dirty="0"/>
              <a:t>: GenAI (ChatGPT) was used only for text content and image ideas, but NOT for code generation.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4944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50FA161-2F61-3F5B-6147-8E193357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(The “Interactive Tools”)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5477864-3D13-63D4-5F7E-B6BB6ED3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Transport</a:t>
            </a:r>
            <a:r>
              <a:rPr lang="en-US" dirty="0"/>
              <a:t>: Commute CO2 Calculator.</a:t>
            </a:r>
          </a:p>
          <a:p>
            <a:r>
              <a:rPr lang="en-US" b="1" dirty="0"/>
              <a:t>Energy</a:t>
            </a:r>
            <a:r>
              <a:rPr lang="en-US" dirty="0"/>
              <a:t>: Phantom Power Calculator.</a:t>
            </a:r>
          </a:p>
          <a:p>
            <a:r>
              <a:rPr lang="en-US" b="1" dirty="0"/>
              <a:t>Waste</a:t>
            </a:r>
            <a:r>
              <a:rPr lang="en-US" dirty="0"/>
              <a:t>: Recycling Code Sorter.</a:t>
            </a:r>
          </a:p>
          <a:p>
            <a:r>
              <a:rPr lang="en-US" b="1" dirty="0"/>
              <a:t>Water</a:t>
            </a:r>
            <a:r>
              <a:rPr lang="en-US" dirty="0"/>
              <a:t>: Shower Water Saver.</a:t>
            </a:r>
          </a:p>
          <a:p>
            <a:r>
              <a:rPr lang="en-US" b="1" dirty="0"/>
              <a:t>Lifestyle</a:t>
            </a:r>
            <a:r>
              <a:rPr lang="en-US" dirty="0"/>
              <a:t>: Seasonal Food Filter.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47845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A5E03BA-4106-1260-3F86-411C53512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 &amp; Sources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B1F813B-EBBB-D333-D1CD-A3DB0D6E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Text</a:t>
            </a:r>
            <a:r>
              <a:rPr lang="en-US" dirty="0"/>
              <a:t>: Generated via GenAI (verified by students).</a:t>
            </a:r>
          </a:p>
          <a:p>
            <a:r>
              <a:rPr lang="en-US" b="1" dirty="0"/>
              <a:t>Images</a:t>
            </a:r>
            <a:r>
              <a:rPr lang="en-US" dirty="0"/>
              <a:t>: Royalty-Free sources (Pexels, Unsplash).</a:t>
            </a:r>
          </a:p>
          <a:p>
            <a:r>
              <a:rPr lang="en-US" b="1" dirty="0"/>
              <a:t>Code</a:t>
            </a:r>
            <a:r>
              <a:rPr lang="en-US" dirty="0"/>
              <a:t>: 100% Hand-written.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75882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7BFEEB-A394-7D16-0146-87C5A32D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&amp; Solutions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B1E279B-84C5-019E-773D-B93192AF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</a:t>
            </a:r>
            <a:r>
              <a:rPr lang="en-US" dirty="0"/>
              <a:t>: Navigation was difficult between modules.</a:t>
            </a:r>
          </a:p>
          <a:p>
            <a:r>
              <a:rPr lang="en-US" b="1" dirty="0"/>
              <a:t>Solution</a:t>
            </a:r>
            <a:r>
              <a:rPr lang="en-US" dirty="0"/>
              <a:t>: Upgraded to a Dropdown Menu in Week 7.</a:t>
            </a:r>
          </a:p>
          <a:p>
            <a:r>
              <a:rPr lang="en-US" b="1" dirty="0"/>
              <a:t>Challenge</a:t>
            </a:r>
            <a:r>
              <a:rPr lang="en-US" dirty="0"/>
              <a:t>: Ensuring consistent design across 5 developers.</a:t>
            </a:r>
          </a:p>
          <a:p>
            <a:r>
              <a:rPr lang="en-US" b="1" dirty="0"/>
              <a:t>Solution</a:t>
            </a:r>
            <a:r>
              <a:rPr lang="en-US" dirty="0"/>
              <a:t>: Leader created a “Master Template” in Week 5 that everyone adopted after discussion and agreement with the whole team.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42255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0659881-B75B-2C75-2CB3-1A3F573E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Demo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D356C0D-8428-FCDA-8F88-19ED5D2D4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1006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GitHub Repository Link</a:t>
            </a:r>
            <a:r>
              <a:rPr lang="de-DE" dirty="0"/>
              <a:t>: https://github.com/marina04-dev/Smart_City.git</a:t>
            </a:r>
            <a:endParaRPr lang="el-G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56ADF-B5FD-DA82-5E29-14FD1FF7365C}"/>
              </a:ext>
            </a:extLst>
          </p:cNvPr>
          <p:cNvSpPr txBox="1"/>
          <p:nvPr/>
        </p:nvSpPr>
        <p:spPr>
          <a:xfrm>
            <a:off x="2110154" y="3429000"/>
            <a:ext cx="7473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Thank you. Any Questions?</a:t>
            </a:r>
            <a:endParaRPr lang="el-GR" sz="3600" dirty="0"/>
          </a:p>
        </p:txBody>
      </p:sp>
    </p:spTree>
    <p:extLst>
      <p:ext uri="{BB962C8B-B14F-4D97-AF65-F5344CB8AC3E}">
        <p14:creationId xmlns:p14="http://schemas.microsoft.com/office/powerpoint/2010/main" val="654935299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434</Words>
  <Application>Microsoft Office PowerPoint</Application>
  <PresentationFormat>Ευρεία οθόνη</PresentationFormat>
  <Paragraphs>49</Paragraphs>
  <Slides>11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Θέμα του Office</vt:lpstr>
      <vt:lpstr>SmartCity: A Guide to Sustainable Living</vt:lpstr>
      <vt:lpstr>Project Overview &amp; Target Audience</vt:lpstr>
      <vt:lpstr>Team Roles</vt:lpstr>
      <vt:lpstr>Management</vt:lpstr>
      <vt:lpstr>Planning &amp; Architecture</vt:lpstr>
      <vt:lpstr>Design &amp; User Experience</vt:lpstr>
      <vt:lpstr>Technologies &amp; Development</vt:lpstr>
      <vt:lpstr>Key Features (The “Interactive Tools”)</vt:lpstr>
      <vt:lpstr>Content &amp; Sources</vt:lpstr>
      <vt:lpstr>Challenges &amp; Solutions</vt:lpstr>
      <vt:lpstr>Conclusion &amp;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40</cp:revision>
  <dcterms:created xsi:type="dcterms:W3CDTF">2026-01-12T19:43:25Z</dcterms:created>
  <dcterms:modified xsi:type="dcterms:W3CDTF">2026-01-17T17:11:06Z</dcterms:modified>
</cp:coreProperties>
</file>